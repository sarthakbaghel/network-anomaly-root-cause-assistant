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95d16f7a843c6" /><Relationship Type="http://schemas.openxmlformats.org/officeDocument/2006/relationships/extended-properties" Target="/docProps/app.xml" Id="R1f35f8457b504033" /><Relationship Type="http://schemas.openxmlformats.org/officeDocument/2006/relationships/officeDocument" Target="/ppt/presentation.xml" Id="R848a7d33c85f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1d9613af841c3"/>
  </p:sldMasterIdLst>
  <p:notesMasterIdLst>
    <p:notesMasterId xmlns:r="http://schemas.openxmlformats.org/officeDocument/2006/relationships" r:id="R9191aa70634745aa"/>
  </p:notesMasterIdLst>
  <p:sldIdLst>
    <p:sldId xmlns:r="http://schemas.openxmlformats.org/officeDocument/2006/relationships" id="256" r:id="Ra2fa0ee1e45044be"/>
    <p:sldId xmlns:r="http://schemas.openxmlformats.org/officeDocument/2006/relationships" id="257" r:id="Rbcb4cf28c754433a"/>
    <p:sldId xmlns:r="http://schemas.openxmlformats.org/officeDocument/2006/relationships" id="258" r:id="Rdebcd46441e74642"/>
    <p:sldId xmlns:r="http://schemas.openxmlformats.org/officeDocument/2006/relationships" id="259" r:id="R5986f6bdb3fa4cca"/>
    <p:sldId xmlns:r="http://schemas.openxmlformats.org/officeDocument/2006/relationships" id="260" r:id="R075b7709b921406a"/>
    <p:sldId xmlns:r="http://schemas.openxmlformats.org/officeDocument/2006/relationships" id="261" r:id="R57f1d1fc433a4d95"/>
    <p:sldId xmlns:r="http://schemas.openxmlformats.org/officeDocument/2006/relationships" id="262" r:id="R6c4ce09e4d844692"/>
    <p:sldId xmlns:r="http://schemas.openxmlformats.org/officeDocument/2006/relationships" id="263" r:id="Rdbd58f3357b2464d"/>
    <p:sldId xmlns:r="http://schemas.openxmlformats.org/officeDocument/2006/relationships" id="264" r:id="Rc7072ed388eb4c0c"/>
    <p:sldId xmlns:r="http://schemas.openxmlformats.org/officeDocument/2006/relationships" id="265" r:id="Ra5c779db5fc346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635cfc5c2b4ff7" /><Relationship Type="http://schemas.openxmlformats.org/officeDocument/2006/relationships/slideMaster" Target="/ppt/slideMasters/slideMaster1.xml" Id="Rd1a1d9613af841c3" /><Relationship Type="http://schemas.openxmlformats.org/officeDocument/2006/relationships/notesMaster" Target="/ppt/notesMasters/notesMaster1.xml" Id="R9191aa70634745aa" /><Relationship Type="http://schemas.openxmlformats.org/officeDocument/2006/relationships/presProps" Target="/ppt/presProps.xml" Id="R0baa0da021a64b48" /><Relationship Type="http://schemas.openxmlformats.org/officeDocument/2006/relationships/tableStyles" Target="/ppt/tableStyles.xml" Id="Ra12fdfbff0034417" /><Relationship Type="http://schemas.openxmlformats.org/officeDocument/2006/relationships/slide" Target="/ppt/slides/slide1.xml" Id="Ra2fa0ee1e45044be" /><Relationship Type="http://schemas.openxmlformats.org/officeDocument/2006/relationships/slide" Target="/ppt/slides/slide2.xml" Id="Rbcb4cf28c754433a" /><Relationship Type="http://schemas.openxmlformats.org/officeDocument/2006/relationships/slide" Target="/ppt/slides/slide3.xml" Id="Rdebcd46441e74642" /><Relationship Type="http://schemas.openxmlformats.org/officeDocument/2006/relationships/slide" Target="/ppt/slides/slide4.xml" Id="R5986f6bdb3fa4cca" /><Relationship Type="http://schemas.openxmlformats.org/officeDocument/2006/relationships/slide" Target="/ppt/slides/slide5.xml" Id="R075b7709b921406a" /><Relationship Type="http://schemas.openxmlformats.org/officeDocument/2006/relationships/slide" Target="/ppt/slides/slide6.xml" Id="R57f1d1fc433a4d95" /><Relationship Type="http://schemas.openxmlformats.org/officeDocument/2006/relationships/slide" Target="/ppt/slides/slide7.xml" Id="R6c4ce09e4d844692" /><Relationship Type="http://schemas.openxmlformats.org/officeDocument/2006/relationships/slide" Target="/ppt/slides/slide8.xml" Id="Rdbd58f3357b2464d" /><Relationship Type="http://schemas.openxmlformats.org/officeDocument/2006/relationships/slide" Target="/ppt/slides/slide9.xml" Id="Rc7072ed388eb4c0c" /><Relationship Type="http://schemas.openxmlformats.org/officeDocument/2006/relationships/slide" Target="/ppt/slides/slide10.xml" Id="Ra5c779db5fc3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57d48d48a2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4c858b35d40d9" /><Relationship Type="http://schemas.openxmlformats.org/officeDocument/2006/relationships/notesMaster" Target="/ppt/notesMasters/notesMaster1.xml" Id="R5efa229b9a27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aac1d033224a83" /><Relationship Type="http://schemas.openxmlformats.org/officeDocument/2006/relationships/notesMaster" Target="/ppt/notesMasters/notesMaster1.xml" Id="Red83e0866d1648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34c24d57e408f" /><Relationship Type="http://schemas.openxmlformats.org/officeDocument/2006/relationships/notesMaster" Target="/ppt/notesMasters/notesMaster1.xml" Id="R9dff2cd8c85849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95f03ecd734378" /><Relationship Type="http://schemas.openxmlformats.org/officeDocument/2006/relationships/notesMaster" Target="/ppt/notesMasters/notesMaster1.xml" Id="R449b48091b6840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2c969b7fb14711" /><Relationship Type="http://schemas.openxmlformats.org/officeDocument/2006/relationships/notesMaster" Target="/ppt/notesMasters/notesMaster1.xml" Id="R7c5284e3ea1c47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cef835a07744b1" /><Relationship Type="http://schemas.openxmlformats.org/officeDocument/2006/relationships/notesMaster" Target="/ppt/notesMasters/notesMaster1.xml" Id="R77a9af39762249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34499ef08240ab" /><Relationship Type="http://schemas.openxmlformats.org/officeDocument/2006/relationships/notesMaster" Target="/ppt/notesMasters/notesMaster1.xml" Id="R1c89d6aad56241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2d44816144a55" /><Relationship Type="http://schemas.openxmlformats.org/officeDocument/2006/relationships/notesMaster" Target="/ppt/notesMasters/notesMaster1.xml" Id="Rcf28ea1ad3304a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6b8ebdb05f4994" /><Relationship Type="http://schemas.openxmlformats.org/officeDocument/2006/relationships/notesMaster" Target="/ppt/notesMasters/notesMaster1.xml" Id="Ra510a2b970fa42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61cebfb3824b43" /><Relationship Type="http://schemas.openxmlformats.org/officeDocument/2006/relationships/notesMaster" Target="/ppt/notesMasters/notesMaster1.xml" Id="Ra215c1db1438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4b29ef1b74c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3dea498894827" /><Relationship Type="http://schemas.openxmlformats.org/officeDocument/2006/relationships/slideLayout" Target="/ppt/slideLayouts/slideLayout1.xml" Id="Rc9ca0bb87a1f4a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a0bb87a1f4a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dbe1f01e6460f" /><Relationship Type="http://schemas.openxmlformats.org/officeDocument/2006/relationships/notesSlide" Target="/ppt/notesSlides/notesSlide1.xml" Id="R1380f0e7b477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2bdcc263945c4" /><Relationship Type="http://schemas.openxmlformats.org/officeDocument/2006/relationships/notesSlide" Target="/ppt/notesSlides/notesSlide2.xml" Id="Re1acde1f9fae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1a09816764450" /><Relationship Type="http://schemas.openxmlformats.org/officeDocument/2006/relationships/notesSlide" Target="/ppt/notesSlides/notesSlide3.xml" Id="Rd07c8db9b57841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d0cf8f1ba4326" /><Relationship Type="http://schemas.openxmlformats.org/officeDocument/2006/relationships/notesSlide" Target="/ppt/notesSlides/notesSlide4.xml" Id="R932a23395fce40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56eba0424e5b" /><Relationship Type="http://schemas.openxmlformats.org/officeDocument/2006/relationships/notesSlide" Target="/ppt/notesSlides/notesSlide5.xml" Id="Rdbfbf8c84c9d46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099adc8044e64" /><Relationship Type="http://schemas.openxmlformats.org/officeDocument/2006/relationships/image" Target="/ppt/media/image.png" Id="R826da27dca5449cc" /><Relationship Type="http://schemas.openxmlformats.org/officeDocument/2006/relationships/image" Target="/ppt/media/image2.png" Id="R9986f19bc6f44271" /><Relationship Type="http://schemas.openxmlformats.org/officeDocument/2006/relationships/notesSlide" Target="/ppt/notesSlides/notesSlide6.xml" Id="R83e72bfeaff146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6f6fc39414e9b" /><Relationship Type="http://schemas.openxmlformats.org/officeDocument/2006/relationships/notesSlide" Target="/ppt/notesSlides/notesSlide7.xml" Id="R161774faa8f74c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7c5fa67cb4c03" /><Relationship Type="http://schemas.openxmlformats.org/officeDocument/2006/relationships/notesSlide" Target="/ppt/notesSlides/notesSlide8.xml" Id="Reaabf540eca84d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91dde59d84428" /><Relationship Type="http://schemas.openxmlformats.org/officeDocument/2006/relationships/notesSlide" Target="/ppt/notesSlides/notesSlide9.xml" Id="Rac64ddde431449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a9a205aca4a9b" /><Relationship Type="http://schemas.openxmlformats.org/officeDocument/2006/relationships/notesSlide" Target="/ppt/notesSlides/notesSlide10.xml" Id="R34c1814f2443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72481-98D4-4C44-998F-84F4B43F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CHALLENGE 02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7C589A6E-14A6-48EB-8198-2FF10DC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096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Network Anomaly
Root-Cause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BAA87-A71A-4465-A1EC-33123275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verbatim-problem-statement">
            <a:extLst xmlns:a="http://schemas.openxmlformats.org/drawingml/2006/main">
              <a:ext uri="{FF2B5EF4-FFF2-40B4-BE49-F238E27FC236}">
                <a16:creationId xmlns:a16="http://schemas.microsoft.com/office/drawing/2014/main" id="{1D9992F4-1412-47F0-9055-3A07478B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0572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Build a Network Anomaly Root-Cause Assistant that ingests telemetry, logs, alerts, topology data, and configuration changes to detect anomalies and generate explainable root-cause hypotheses. The solution must distinguish correlation from likely causation, rank probable causes, and provide supporting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FCB07-67E8-4511-AFA2-75A50B70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Problem statement reproduced verbatim from ProblemStatement.md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73DB3-40ED-42C5-9155-511FA046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8866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0B898C4-EE0E-4E5E-9B78-9E652AA6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sources become one auditable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D947A-4D68-43E8-A517-DBA93F3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09332-C34B-4515-BAF9-65A92204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5F32D-F396-435E-AE03-48ECE2D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2DAB5-0FCB-4B00-B562-F35F1038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820D5-DE68-447A-BE22-C52A151B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67C5E-7F4F-4AA7-8E98-F8E35A54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733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81E59-6178-4E62-AD8B-3D369D12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304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0F782-6249-4F42-87D8-D82FFE01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PROTOTYPE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AEB4B-49A8-456E-89BA-6B1E19E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571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Prometheus-style metrics
Syslog / application logs
Alertmanager alerts
Configuration audit
Topology / CMDB fixture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57162-9E24-44C7-8837-CF9E5AF7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FASTAPI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DF80F-E452-474E-B398-C090EAD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3143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 + validate → anomaly detection
Incident manager + typed topology
Catalogue candidates + deterministic ranker
Evidence + playbooks + explanation
Human review + append-only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C3C77-7545-4ED8-8026-17A5C9D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REACT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081E1-83F1-4457-9B86-40489FA7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381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Operations overview
Incident investigation
• Timeline
• Topology impact
• Evidence and actions</a:t>
            </a:r>
          </a:p>
        </p:txBody>
      </p:sp>
    </p:spTree>
    <p:extLst>
      <p:ext uri="{BB962C8B-B14F-4D97-AF65-F5344CB8AC3E}">
        <p14:creationId xmlns:p14="http://schemas.microsoft.com/office/powerpoint/2010/main" val="824278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72B8C03-9E11-4D46-B190-242BA88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Distinct source schemas prove multi-source ingestion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A9718-638C-4E8F-BBC8-EA411442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8D372-85F8-417F-A625-ACBE97E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14287-6E8B-4139-BF42-2CDA319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329E3-CE2C-4761-89DE-A5A749A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752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5F601-7883-4A86-BA5C-050A810E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96885-CE83-45AE-86A5-A0683B51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simulator.prometheus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E1AFE-DB73-46ED-B4A4-8DDC2A4D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716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labels + value + 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DCE16-501D-4960-B47C-9A1BE08D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F49E-9AA0-41B8-A5F0-B345952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F0B11-43EF-4906-986B-92566E23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simulator.syslog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F883F-43CE-423B-9476-BE5F75D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facility + level + message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70284-09D6-49E4-8A22-E49EBF7E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3E554-5C34-475B-8C46-1E9D21CB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E3674-3EC0-4A79-A178-EE7C441A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simulator.alertmanager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980B1-ECA0-47F8-BB14-939C9FA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labels + startsAt +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E303A-9E85-433D-8B81-214BD831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EA3F7-08BA-44C4-80C9-DE27363A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35BE1-4AB5-4253-8562-A26103E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simulator.config_audit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2DA19-EF47-43B2-BF29-D928846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actor + key + old/new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0BA87-E453-4D70-9941-3DD3E07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5DBFE-1C7D-4626-AB7E-14B8CB7C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55ECB7-649B-4AF3-8A90-B2854987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fixture.cmdb_topology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33ADA-CDBD-48BB-8961-298DB1F8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672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typed edges + fixture 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AA345-EBC1-45D9-86F6-38989DEF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ONE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B8CBC-039E-40CA-8CEC-5DDF32A6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CanonicalEvent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45E93-E35B-457C-9AA1-136381A9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8575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UTC timestamp
entity + modality
source record identity
trace / session ID
severity + quality flags
redacted raw payload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E00C8-CD77-4556-BEDF-84938054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Validation, quarantine, duplicate collapse, and provenance occur before analysis.</a:t>
            </a:r>
          </a:p>
        </p:txBody>
      </p:sp>
    </p:spTree>
    <p:extLst>
      <p:ext uri="{BB962C8B-B14F-4D97-AF65-F5344CB8AC3E}">
        <p14:creationId xmlns:p14="http://schemas.microsoft.com/office/powerpoint/2010/main" val="1656443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FBAB11B-65B0-48D7-B9AF-64BCF69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pipeline turns signals into testable hypotheses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40D66-E143-4507-B1B6-80E552F1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BCB61-DCC4-4D7E-825F-4F96A64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9D8D4-3A05-4353-B52A-850A219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0511B-5E31-429A-9307-D3F9F9A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2895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6A0BA-CFD2-498D-BB31-756A4A39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9B9D6-9BBC-41F9-8E50-1C5CE3F6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46C1C-D4FE-478E-964E-2BD0CE4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6A1D9-1A70-4E7E-A45A-D65740B8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29895-32A9-494D-B565-F94E244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952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Metric windows, log rules, alert severity, config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6C7A1-FE20-47F3-A5CC-DD1EDC6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5BCBC-8C6D-4D3E-B7CC-7F00961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85179-1DAE-4BA3-A07F-590CC834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Form incident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EA5FE-6EE3-48CC-B463-4B4E12DD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1952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Lookback, typed-hop attachment, exclusions with reasons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C8883-D862-4AD8-8DDC-EC480D6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A67F7-F82B-4C45-BCDD-887EE1A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84949-39A2-4F85-9D6E-75E4869E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 RCA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2EB4D-DBF5-41DE-8F35-30744B64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52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Three catalogue candidates, eight frozen factors, conflicts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8DD06-5ABB-49D3-BCB2-56FA9BA4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34C4A-8D16-4F7B-8554-579FC53B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AF1B9-3CC8-4616-B304-3A22C7EF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1962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27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+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92AD9-D2AF-48EC-9F8B-D8607E78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19526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Four evidence tiers, safe playbooks, human decision,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3F0EB-C336-41AA-B034-90D9129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ordered canonical input → byte-equivalent AnalysisResult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A711F-7920-4E35-B685-98F31996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Scores, ranks, and evidence are deterministic; narration cannot modify them.</a:t>
            </a:r>
          </a:p>
        </p:txBody>
      </p:sp>
    </p:spTree>
    <p:extLst>
      <p:ext uri="{BB962C8B-B14F-4D97-AF65-F5344CB8AC3E}">
        <p14:creationId xmlns:p14="http://schemas.microsoft.com/office/powerpoint/2010/main" val="1467277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F2F5D87-35DF-4410-8EA7-C9CF9153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Conflicting evidence is the guardrail against easy blame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45B3C-8E18-4883-A70B-9CF8662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DFBAD-FFD5-4066-938B-233541B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7C22E-B075-49A5-93DB-27EB3AF9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54221-BBF6-41F8-8447-F3363B0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15ED3-7E99-499D-ABE6-9547168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OBSERVED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F6C8C-9977-4DE0-8077-F282515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048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A record and value were directly seen.
Observed does not mean causal.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DF672-4559-4274-B7A8-4EF313EA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D7419-2D0B-4C24-BBBE-F291BEC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5048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A relevant association supports investigation,
without being presented as proof.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8F27A-94FA-4097-B974-6CDFE72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38BF1-02A2-46B9-8218-0235D84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CONFLICTING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7036C-44B1-4550-9678-64B22CCE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5048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Stable raw ingress weakens external DoS.
Normal DB utilization weakens DB exhaustion.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516DA-F757-440C-BAF0-1923817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82722-971A-4776-9B91-4454CB09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5048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A concrete catalogue request states exactly
what evidence the operator should collect.</a:t>
            </a:r>
          </a:p>
        </p:txBody>
      </p:sp>
    </p:spTree>
    <p:extLst>
      <p:ext uri="{BB962C8B-B14F-4D97-AF65-F5344CB8AC3E}">
        <p14:creationId xmlns:p14="http://schemas.microsoft.com/office/powerpoint/2010/main" val="735453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6EE0BB9-5D63-4375-8D1F-6A8F6F6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operator sees one consistent analysis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EBC8B-8BCE-46C5-86AA-E2533DA2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4FD33-17EF-481A-BE1F-7B284163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9BDE7-6B38-4737-A4E5-5B4589E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OPERATIONS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EE3C9-F9F8-4912-8D3E-B525AC8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INCIDENT INVESTIGATION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7D000-9A4D-4078-893E-FC51B733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Five source-health cards, simulator state, anomalies, incidents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CE708-1B1A-4800-95DC-F656AF3D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2930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Timeline, typed topology, ranked hypotheses, evidence, review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da27dca5449cc"/>
          <a:srcRect xmlns:a="http://schemas.openxmlformats.org/drawingml/2006/main" l="649" t="0" r="6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866900"/>
            <a:ext cx="533400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6f19bc6f44271"/>
          <a:srcRect xmlns:a="http://schemas.openxmlformats.org/drawingml/2006/main" l="0" t="1755" r="0" b="1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66900"/>
            <a:ext cx="560070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</p:spTree>
    <p:extLst>
      <p:ext uri="{BB962C8B-B14F-4D97-AF65-F5344CB8AC3E}">
        <p14:creationId xmlns:p14="http://schemas.microsoft.com/office/powerpoint/2010/main" val="682765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2078DA6-2675-45B2-BAA2-0B6520A9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transparent factors produce the frozen 92.1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38D1C-262A-4A32-8B6A-FAE25B15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E0CA5-F38B-4E8D-801E-78F74EFB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09A5B-9BFD-41B2-AA74-04895079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581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1D62C-9BFB-4FEE-8BD6-731D4C5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D2C36-E0B7-43A3-8D75-CCD852F5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9527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92.1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BF850-587C-4321-971D-FF819EE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 1
configuration_regression
api-gateway-01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4B515-5406-4141-B8A3-CAF536AA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Next: DoS / traffic surge 65.6
Then: DB exhaustion 41.5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1238250"/>
                <a:gridCol w="1238250"/>
                <a:gridCol w="1809750"/>
              </a:tblGrid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Factor</a:t>
                      </a:r>
                    </a:p>
                  </a:txBody>
                  <a:tcPr marL="95250" marR="95250" marT="57150" marB="571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Weight</a:t>
                      </a:r>
                    </a:p>
                  </a:txBody>
                  <a:tcPr marL="95250" marR="95250" marT="57150" marB="571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</a:t>
                      </a:r>
                    </a:p>
                  </a:txBody>
                  <a:tcPr marL="95250" marR="95250" marT="57150" marB="571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Contribution</a:t>
                      </a:r>
                    </a:p>
                  </a:txBody>
                  <a:tcPr marL="95250" marR="95250" marT="57150" marB="57150">
                    <a:solidFill>
                      <a:srgbClr val="000000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Symptom compatibility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25.0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Topology relevance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20.0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logs + alerts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9.0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Propagation consistency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anomaly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9.1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Change causal fit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 proximity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</a:t>
                      </a:r>
                    </a:p>
                  </a:txBody>
                  <a:tcPr marL="95250" marR="95250" marT="47625" marB="47625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similarity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2%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</a:t>
                      </a:r>
                    </a:p>
                  </a:txBody>
                  <a:tcPr marL="95250" marR="95250" marT="47625" marB="47625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7B971-2CC8-4006-9296-25FF449E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742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100 × Σ(weight × factor), rounded half-up to one decimal</a:t>
            </a:r>
          </a:p>
        </p:txBody>
      </p:sp>
    </p:spTree>
    <p:extLst>
      <p:ext uri="{BB962C8B-B14F-4D97-AF65-F5344CB8AC3E}">
        <p14:creationId xmlns:p14="http://schemas.microsoft.com/office/powerpoint/2010/main" val="998906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EC82A57-34BF-448D-B190-A2B6E61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 is complete; future scope stays clearly labelled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4D583-4B08-4CC1-87D1-C6C5919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8FDB0-E8AD-4280-AE73-7C8DB6CC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97352-6748-42CF-A9D8-FDB39F5B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329A0-5896-4D36-955A-7E1874E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886A8-9A07-42DC-A598-20C36B0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 — P0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B3629-77BE-4BAE-A92E-7A1D1A6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✓ Five typed source adapters
✓ Deterministic simulator + reset
✓ Detection, incident grouping, typed topology
✓ Three catalogue-backed ranked hypotheses
✓ Four evidence tiers + safe playbooks
✓ Human review, explanation, append-only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E1C1C-6989-4985-945C-2425D859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621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DOCUMENTED FUTURE — 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24E8A-4B3B-4DAF-9CD6-1C0C5A4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76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• Production connectors
• Kafka / WebSocket transport
• Dynamic topology discovery
• Adaptive ranking weights
• Authentication and tenancy
• Automated remediation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DE72-4D97-45F1-AD1E-FCA0FB8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No future capability is presented as part of the working prototype.</a:t>
            </a:r>
          </a:p>
        </p:txBody>
      </p:sp>
    </p:spTree>
    <p:extLst>
      <p:ext uri="{BB962C8B-B14F-4D97-AF65-F5344CB8AC3E}">
        <p14:creationId xmlns:p14="http://schemas.microsoft.com/office/powerpoint/2010/main" val="2055235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AFF3C8B-236E-4A3B-9EDB-CE3FEAB0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15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37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 datasets inform realism; the simulator owns runtime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3AE8A-6245-4466-95D3-1852AC0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7E78F-9F16-4B9C-BB7C-71185BD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9EDC0-ADFF-4421-9838-0AAEE288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REFERENCE-ONLY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6BCC-D86E-4648-B22D-B8B38F7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495300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NSL-KDD + UNSW-NB15
Network vocabulary and plausible ranges
LogHub HDFS / BGL
Operational log structure and templates
GAIA + trace samples
Topology, injection, and trace schema ideas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948D1-4E8C-4236-BBE5-3E41C5EC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08161-3CBF-4144-91B2-4D97C46E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4D980-A8B3-46B7-98F4-BB49848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seed 20260714
Four distinct raw event emitters
Topology fixture loaded at startup
Scenario-relative timestamps, entity IDs, traces, config changes, alerts, and propagation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EA130-C7CA-4C26-8943-266A0B1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5E1DF-F136-4F2E-A835-D798136A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Ground-truth firewall: runtime modules never import expected/, ground_truth, or golden test outputs.</a:t>
            </a:r>
          </a:p>
        </p:txBody>
      </p:sp>
    </p:spTree>
    <p:extLst>
      <p:ext uri="{BB962C8B-B14F-4D97-AF65-F5344CB8AC3E}">
        <p14:creationId xmlns:p14="http://schemas.microsoft.com/office/powerpoint/2010/main" val="1941021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6D9F6-00FC-43DD-87CB-6866BA4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32A2B-35F6-4E96-9B8C-42F543A4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would you
investigate next?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4D803-9080-4BC2-A23E-9EAD7250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ED40E-E6BE-42F1-8C6F-33C3F81D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FA835-D019-4D5A-A6A6-B4136B1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ranked hypothesis should be challenged?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43D36-8F70-427D-9C4F-6272CF1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A4032-E3D9-41C7-84A9-87459874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missing record would change the ranking?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9FB32-161A-48D7-B401-AA57EE76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C074D-B055-4745-A89E-557A07F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diagnostic step is safe to run first?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CF3A3-6850-48A4-A396-94D00AC5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Network Anomaly Root-Cause 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ACFCE-3228-42AA-BEC3-F53FCAB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01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2026-07-15T13:50:17.2850000Z</dcterms:created>
  <dcterms:modified xsi:type="dcterms:W3CDTF">2026-07-15T13:50:17.2850000Z</dcterms:modified>
</coreProperties>
</file>